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2307/2265256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PDF Association Test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markdown file is associated with citation-test.pdf (if it exists). When the PDF is opened, this markdown content should appear in the editor.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 PDF-Markdown 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system should: 1. Detect when a PDF file is opened 2. Look for a corresponding .md file with the same basename 3. Load the markdown file in the editor 4. Display the PDF in the preview panel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demonstrates the intelligent file association feature where PDFs and their corresponding markdown files work together seamlessly.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Academic Workflow</a:t>
            </a:r>
          </a:p>
          <a:p>
            <a:pPr lvl="0" indent="0" marL="0">
              <a:buNone/>
            </a:pPr>
            <a:r>
              <a:rPr/>
              <a:t>This feature enables an academic workflow where: - </a:t>
            </a:r>
            <a:r>
              <a:rPr b="1"/>
              <a:t>PDF files</a:t>
            </a:r>
            <a:r>
              <a:rPr/>
              <a:t> contain the final formatted documents - </a:t>
            </a:r>
            <a:r>
              <a:rPr b="1"/>
              <a:t>Markdown files</a:t>
            </a:r>
            <a:r>
              <a:rPr/>
              <a:t> contain the editable source content - Both can be managed together in the same directory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Citations Example</a:t>
            </a:r>
          </a:p>
          <a:p>
            <a:pPr lvl="0" indent="0" marL="0">
              <a:buNone/>
            </a:pPr>
            <a:r>
              <a:rPr/>
              <a:t>Here’s how citations work in the markdown source:</a:t>
            </a:r>
          </a:p>
          <a:p>
            <a:pPr lvl="0" indent="0" marL="0">
              <a:buNone/>
            </a:pPr>
            <a:r>
              <a:rPr/>
              <a:t>The relationship between Hegelian dialectics and artificial intelligence (Smith 2020) remains an active area of research. Hegel’s original work (Hegel 1807) provides the philosophical foundation, while contemporary scholars (Taylor 1975; Brandom 2019) have extended these ideas to modern contexts.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Mathematical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dialectical process: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Thesis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nor/>
                        <m:sty m:val="p"/>
                      </m:rPr>
                      <m:t>Antithesis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nor/>
                        <m:sty m:val="p"/>
                      </m:rPr>
                      <m:t>Synthesis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Complex equations: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∞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∞</m:t>
                          </m:r>
                        </m:sup>
                        <m:e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sSup>
                                <m:e>
                                  <m:r>
                                    <m:t>x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  <m:r>
                        <m:t>d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t>π</m:t>
                          </m:r>
                        </m:e>
                      </m:ra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Brandom, Robert B. 2019. “Hegel’s Idealism as Radicalization of Kant.” In </a:t>
                </a:r>
                <a:r>
                  <a:rPr i="1"/>
                  <a:t>A Spirit of Trust: A Reading of Hegel’s Phenomenology</a:t>
                </a:r>
                <a:r>
                  <a:rPr/>
                  <a:t>, 15–42. Cambridge, MA: Harvard University Press.</a:t>
                </a:r>
              </a:p>
              <a:p>
                <a:pPr lvl="0" indent="0" marL="0">
                  <a:buNone/>
                </a:pPr>
                <a:r>
                  <a:rPr/>
                  <a:t>Hegel, Georg Wilhelm Friedrich. 1807. </a:t>
                </a:r>
                <a:r>
                  <a:rPr i="1"/>
                  <a:t>Phenomenology of Spirit</a:t>
                </a:r>
                <a:r>
                  <a:rPr/>
                  <a:t>. Germany: Bamberg; Würzburg.</a:t>
                </a:r>
              </a:p>
              <a:p>
                <a:pPr lvl="0" indent="0" marL="0">
                  <a:buNone/>
                </a:pPr>
                <a:r>
                  <a:rPr/>
                  <a:t>Smith, Jane. 2020. “Artificial Intelligence and Hegelian Dialectics: A Contemporary Interpretation.” PhD thesis, New York: University of Philosophy.</a:t>
                </a:r>
              </a:p>
              <a:p>
                <a:pPr lvl="0" indent="0" marL="0">
                  <a:buNone/>
                </a:pPr>
                <a:r>
                  <a:rPr/>
                  <a:t>Taylor, Charles. 1975. “Hegel and Modern Society.” </a:t>
                </a:r>
                <a:r>
                  <a:rPr i="1"/>
                  <a:t>Philosophy &amp; Public Affairs</a:t>
                </a:r>
                <a:r>
                  <a:rPr/>
                  <a:t> 4 (2): 123–45. </a:t>
                </a:r>
                <a:r>
                  <a:rPr>
                    <a:hlinkClick r:id="rId2"/>
                  </a:rPr>
                  <a:t>https://doi.org/10.2307/2265256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2025-08-08T13:38:28Z</dcterms:created>
  <dcterms:modified xsi:type="dcterms:W3CDTF">2025-08-08T13:38:28Z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