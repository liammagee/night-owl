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2307/2265256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 Citations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test document with citations to verify the export works.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Hegel’s work (Hegel 1807) has been influential in modern philosophy. Contemporary scholars like Taylor (Taylor 1975) have extended his ideas.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should generate a references section automatically when bibliography files are found.</a:t>
            </a:r>
          </a:p>
          <a:p>
            <a:pPr lvl="0" indent="0" marL="0">
              <a:buNone/>
            </a:pPr>
            <a:r>
              <a:rPr/>
              <a:t>Hegel, Georg Wilhelm Friedrich. 1807. </a:t>
            </a:r>
            <a:r>
              <a:rPr i="1"/>
              <a:t>Phenomenology of Spirit</a:t>
            </a:r>
            <a:r>
              <a:rPr/>
              <a:t>. Germany: Bamberg; Würzburg.</a:t>
            </a:r>
          </a:p>
          <a:p>
            <a:pPr lvl="0" indent="0" marL="0">
              <a:buNone/>
            </a:pPr>
            <a:r>
              <a:rPr/>
              <a:t>Taylor, Charles. 1975. “Hegel and Modern Society.” </a:t>
            </a:r>
            <a:r>
              <a:rPr i="1"/>
              <a:t>Philosophy &amp; Public Affairs</a:t>
            </a:r>
            <a:r>
              <a:rPr/>
              <a:t> 4 (2): 123–45. </a:t>
            </a:r>
            <a:r>
              <a:rPr>
                <a:hlinkClick r:id="rId2"/>
              </a:rPr>
              <a:t>https://doi.org/10.2307/2265256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2025-08-08T13:36:35Z</dcterms:created>
  <dcterms:modified xsi:type="dcterms:W3CDTF">2025-08-08T13:36:35Z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sample-bibliography.bib</vt:lpwstr>
  </property>
</Properties>
</file>