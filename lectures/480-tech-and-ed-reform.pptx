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rive.google.com/drive/u/1/folders/1x-TmnwTpRr40fxKMPnoQGKa_hU08qR00" TargetMode="External" /><Relationship Id="rId3" Type="http://schemas.openxmlformats.org/officeDocument/2006/relationships/hyperlink" Target="https://www.youtube.com/watch?v=gF0_ZqqrQr4&amp;t=531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Nick’s slides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Google Drive: Sign-in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Robin Wall Kimmerer: Braiding Sweetgrass: Indigenous Wisdom, &amp; The Teachings of Plants - YouTube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2025-10-21T22:16:23Z</dcterms:created>
  <dcterms:modified xsi:type="dcterms:W3CDTF">2025-10-21T22:16:23Z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