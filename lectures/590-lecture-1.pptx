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726" autoAdjust="0"/>
  </p:normalViewPr>
  <p:slideViewPr>
    <p:cSldViewPr snapToGrid="0" snapToObjects="1">
      <p:cViewPr varScale="1">
        <p:scale>
          <a:sx n="160" d="100"/>
          <a:sy n="160" d="100"/>
        </p:scale>
        <p:origin x="776" y="-18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document/d/1wyWkvOju-FPXxWnpSlzrrgugqy0RdZGNL6S3Kh5wHd4/edit?usp=sharing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ERAM 590 - AI and Academic Literature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Lecture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Welcome to AI and Academic Literature</a:t>
            </a:r>
          </a:p>
          <a:p>
            <a:pPr lvl="0"/>
            <a:r>
              <a:t>What is this course about? Do we need another course on academic literature?</a:t>
            </a:r>
          </a:p>
          <a:p>
            <a:pPr lvl="0"/>
            <a:r>
              <a:t>Foundational: How to Develop a Literature Review</a:t>
            </a:r>
          </a:p>
          <a:p>
            <a:pPr lvl="0"/>
            <a:r>
              <a:t>Future-Oriented: How AI is Impacting Academic Literature / Scholarship</a:t>
            </a:r>
          </a:p>
          <a:p>
            <a:pPr lvl="0"/>
            <a:r>
              <a:t>Mix of Theory and Practice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Overview</a:t>
            </a:r>
          </a:p>
          <a:p>
            <a:pPr marL="0" lvl="0" indent="0">
              <a:buNone/>
            </a:pPr>
            <a:r>
              <a:t>How do you build a sense of your field and its gaps? This course aims to make sense of a term – academic literature – at once mundane and mystical. It starts with fundamentals: how to build, annotate, analyze, map and translate a literature database into a literature review. It progresses to think about how AI and other technology can help foster more critical, analytic and reflexive modes of interpretation and understandings of the field.</a:t>
            </a:r>
          </a:p>
          <a:p>
            <a:pPr marL="0" lvl="0" indent="0">
              <a:buNone/>
            </a:pPr>
            <a:r>
              <a:t>All required material (video lectures, readings etc.) will be provided to students.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What we’ll cover…</a:t>
            </a:r>
          </a:p>
          <a:p>
            <a:pPr lvl="0"/>
            <a:r>
              <a:t>Week 1 - Course Overview / What’s a Good Research Question? / AI tools for literature</a:t>
            </a:r>
          </a:p>
          <a:p>
            <a:pPr lvl="0"/>
            <a:r>
              <a:t>Week 2 - Where’s the Gap? Mapping a Field / Anatomy of a Journal Article</a:t>
            </a:r>
          </a:p>
          <a:p>
            <a:pPr lvl="0"/>
            <a:r>
              <a:t>Week 3 - Does Artificial Intelligence mean Artificial Knowledge? How AI is Impacting Academia / Vibe Scholarship (Is It as Bad as It Sounds?)</a:t>
            </a:r>
          </a:p>
          <a:p>
            <a:pPr lvl="0"/>
            <a:r>
              <a:t>Week 4 - Academic Audiences and Techniques of Persuasion / Finding Your Scholarly Voice: Peers / Audience / Venue / Field</a:t>
            </a:r>
          </a:p>
          <a:p>
            <a:pPr lvl="0"/>
            <a:r>
              <a:t>Week 5 - “What Do I Know?” Towards A Sociology of Knowledge / Designing a Literature Review</a:t>
            </a:r>
          </a:p>
          <a:p>
            <a:pPr lvl="0"/>
            <a:r>
              <a:t>Week 6 - The Reflexive Researcher</a:t>
            </a:r>
          </a:p>
          <a:p>
            <a:pPr lvl="0"/>
            <a:r>
              <a:t>Week 7 - The Automatic Academy? The Future of Scholarship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Assessments: Building a ‘Mock’ (or Real) Literature Review</a:t>
            </a:r>
          </a:p>
          <a:p>
            <a:pPr marL="0" lvl="0" indent="0">
              <a:buNone/>
            </a:pPr>
            <a:r>
              <a:t>The aim of the course is to build a </a:t>
            </a:r>
            <a:r>
              <a:rPr i="1"/>
              <a:t>cumulative</a:t>
            </a:r>
            <a:r>
              <a:t> literature review. It is a course in which to experiment with different approaches to engage with literature. Accordingly assessment will focus less on the “correctness” of the final output and more on week-to-week engagement with course materials and activities.</a:t>
            </a:r>
          </a:p>
          <a:p>
            <a:pPr marL="0" lvl="0" indent="0">
              <a:buNone/>
            </a:pPr>
            <a:r>
              <a:t>That all said, the purpose of the course is to support a dissertation / journal article / other academic writing – to that extent, if the final output does serve other purposes, well and good!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Assessments: Building a ‘Mock’ (or Real) Literature Review</a:t>
            </a:r>
          </a:p>
          <a:p>
            <a:pPr lvl="0"/>
            <a:r>
              <a:t>Week 1: First Draft of Research Topic / Research Question (10%)</a:t>
            </a:r>
          </a:p>
          <a:p>
            <a:pPr lvl="0"/>
            <a:r>
              <a:t>Week 2: Design, Method and Structure of the Literature Review (10%)</a:t>
            </a:r>
          </a:p>
          <a:p>
            <a:pPr lvl="0"/>
            <a:r>
              <a:t>Week 3: Concept Map of the Literature (10%)</a:t>
            </a:r>
          </a:p>
          <a:p>
            <a:pPr lvl="0"/>
            <a:r>
              <a:t>Week 4: Literature Review Sample: In the Scientific Mode / In the Humanities Mode (10%)</a:t>
            </a:r>
          </a:p>
          <a:p>
            <a:pPr lvl="0"/>
            <a:r>
              <a:t>Week 5: Literature Review: Signposting (10%)</a:t>
            </a:r>
          </a:p>
          <a:p>
            <a:pPr lvl="0"/>
            <a:r>
              <a:t>Week 6: Statement about the use of AI in your Literature Review / Reflection about the role of AI in academia (10%)</a:t>
            </a:r>
          </a:p>
          <a:p>
            <a:pPr lvl="0"/>
            <a:r>
              <a:t>Week 7: Final Literature Review (40%) - </a:t>
            </a:r>
            <a:r>
              <a:rPr b="1"/>
              <a:t>Due Friday Dec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5875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Theory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Practice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Assessment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Course Overview / Anatomy of a Journal Article / What Makes a Good Research Question?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AI Tools for Literature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First Draft of Research Topic / Research Question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Academic Audiences and Techniques of Persuasion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Where’s the Gap? Mapping a 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Design, Method and Structure of the Literature Review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Does Artificial Intelligence Mean Artificial Knowledge? How AI is Impacting Academia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Vibe Scholarship (Is It as Bad as It Sounds?)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Concept Map of the Literature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Finding Your Scholarly Voice: Peers / Audience / Venue / 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Drafting a section of your review in a </a:t>
                      </a:r>
                      <a:r>
                        <a:rPr i="1"/>
                        <a:t>scientific</a:t>
                      </a:r>
                      <a:r>
                        <a:t> and </a:t>
                      </a:r>
                      <a:r>
                        <a:rPr i="1"/>
                        <a:t>humanities</a:t>
                      </a:r>
                      <a:r>
                        <a:t>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Literature Review Sample: In the Scientific Mode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“What Do I Know?” Towards A Sociology of Knowledge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Framing Language: “Carry” Your Reader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Frame up your Literature Review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The Reflexive Researcher and Interpreting Scholarship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Reflecting on your positionality vis-a-vis interpretation; drafting a statement about AI’s epistemic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Statement on the Use of AI in Your Literature Review / Reflection on the Role of AI in Academia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The Automatic Academy? The Future of Scholarship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Compiling a complete literature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Final Literature Review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Rubric / Criteria</a:t>
            </a:r>
          </a:p>
          <a:p>
            <a:pPr lvl="0"/>
            <a:r>
              <a:rPr b="1"/>
              <a:t>Develop</a:t>
            </a:r>
            <a:r>
              <a:t> novel, significant and feasible research question</a:t>
            </a:r>
          </a:p>
          <a:p>
            <a:pPr lvl="0"/>
            <a:r>
              <a:rPr b="1"/>
              <a:t>Compile</a:t>
            </a:r>
            <a:r>
              <a:t> relevant map of the field relating to the research question</a:t>
            </a:r>
          </a:p>
          <a:p>
            <a:pPr lvl="0"/>
            <a:r>
              <a:rPr b="1"/>
              <a:t>Choose</a:t>
            </a:r>
            <a:r>
              <a:t> and </a:t>
            </a:r>
            <a:r>
              <a:rPr b="1"/>
              <a:t>apply</a:t>
            </a:r>
            <a:r>
              <a:t> appropriate citation practices (science / humanities / mix) for question &amp; field</a:t>
            </a:r>
          </a:p>
          <a:p>
            <a:pPr lvl="0"/>
            <a:r>
              <a:rPr b="1"/>
              <a:t>Use</a:t>
            </a:r>
            <a:r>
              <a:t> framing / signposting / metadiscursive language</a:t>
            </a:r>
          </a:p>
          <a:p>
            <a:pPr lvl="0"/>
            <a:r>
              <a:rPr b="1"/>
              <a:t>Show</a:t>
            </a:r>
            <a:r>
              <a:t> reflexivity as a scholar</a:t>
            </a:r>
          </a:p>
          <a:p>
            <a:pPr lvl="0"/>
            <a:r>
              <a:rPr b="1"/>
              <a:t>Acknowledge</a:t>
            </a:r>
            <a:r>
              <a:t> and </a:t>
            </a:r>
            <a:r>
              <a:rPr b="1"/>
              <a:t>demonstrate</a:t>
            </a:r>
            <a:r>
              <a:t> appropriate use of AI</a:t>
            </a:r>
          </a:p>
          <a:p>
            <a:pPr lvl="0"/>
            <a:r>
              <a:t>Use all of the above to </a:t>
            </a:r>
            <a:r>
              <a:rPr b="1"/>
              <a:t>highlight</a:t>
            </a:r>
            <a:r>
              <a:t> a plausible gap in the literature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Approach</a:t>
            </a:r>
          </a:p>
          <a:p>
            <a:pPr lvl="0"/>
            <a:r>
              <a:t>“Industry” orientation: move fast and break things!</a:t>
            </a:r>
          </a:p>
          <a:p>
            <a:pPr lvl="0"/>
            <a:r>
              <a:t>Quick sketches of a literature review - with AI (and caveats)</a:t>
            </a:r>
          </a:p>
          <a:p>
            <a:pPr lvl="0"/>
            <a:r>
              <a:t>Why? The idea is to build intuitions about (a) how to review literature and (b) how to write-up those reviews quickly</a:t>
            </a:r>
          </a:p>
          <a:p>
            <a:pPr lvl="0"/>
            <a:r>
              <a:t>Peer review: really more like turning an individual pursuit into something </a:t>
            </a:r>
            <a:r>
              <a:rPr i="1"/>
              <a:t>social</a:t>
            </a:r>
            <a:r>
              <a:t>.</a:t>
            </a:r>
            <a:br/>
            <a:endParaRPr/>
          </a:p>
          <a:p>
            <a:pPr lvl="0"/>
            <a:r>
              <a:t>AI Orientation:</a:t>
            </a:r>
          </a:p>
          <a:p>
            <a:pPr lvl="1"/>
            <a:r>
              <a:t>Understanding that knowledge has always had a technical orientation (paper, printing press, media, computers, Internet)</a:t>
            </a:r>
          </a:p>
          <a:p>
            <a:pPr lvl="1"/>
            <a:r>
              <a:t>But we need a critical lens; looking ahead to how technology should make us work harder intellectually (not easier)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Format</a:t>
            </a:r>
          </a:p>
          <a:p>
            <a:pPr lvl="0"/>
            <a:r>
              <a:t>We’ll use the 3 hours flexibly</a:t>
            </a:r>
          </a:p>
          <a:p>
            <a:pPr lvl="0"/>
            <a:r>
              <a:t>2 x 10 minute breaks on the hour</a:t>
            </a:r>
          </a:p>
          <a:p>
            <a:pPr lvl="0"/>
            <a:r>
              <a:t>The 3 hours will encompass (most of) the assessment</a:t>
            </a:r>
          </a:p>
          <a:p>
            <a:pPr lvl="0"/>
            <a:r>
              <a:t>Mix of mini-lectures / discussion / group-work</a:t>
            </a:r>
          </a:p>
          <a:p>
            <a:pPr lvl="1"/>
            <a:r>
              <a:t>With discussion - we’ll aim to build a lightweight notebook on good literature search / reading / review practices</a:t>
            </a:r>
          </a:p>
          <a:p>
            <a:pPr lvl="1"/>
            <a:r>
              <a:t>AI exercises</a:t>
            </a:r>
          </a:p>
          <a:p>
            <a:pPr lvl="0"/>
            <a:r>
              <a:t>Mix of theory / practice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Discussion and Introductions</a:t>
            </a:r>
          </a:p>
          <a:p>
            <a:pPr lvl="0"/>
            <a:r>
              <a:t>What is Literature? What is a Literature Review?</a:t>
            </a:r>
          </a:p>
          <a:p>
            <a:pPr lvl="0"/>
            <a:r>
              <a:t>What is Changing? How is AI Impacting Scholarship?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Notes on Software Note-taking…</a:t>
            </a:r>
          </a:p>
          <a:p>
            <a:pPr lvl="0"/>
            <a:r>
              <a:t>Encourage everyone to use some software (Obsidian etc)</a:t>
            </a:r>
          </a:p>
          <a:p>
            <a:pPr lvl="0"/>
            <a:r>
              <a:t>Try to learn Markdown / Zettenkettel…</a:t>
            </a:r>
          </a:p>
          <a:p>
            <a:pPr lvl="0"/>
            <a:r>
              <a:t>My own NightOwl - Why?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Mechanisms for Collaborative Document Editing</a:t>
            </a:r>
          </a:p>
          <a:p>
            <a:pPr lvl="0"/>
            <a:r>
              <a:t>What we need:</a:t>
            </a:r>
          </a:p>
          <a:p>
            <a:pPr lvl="1"/>
            <a:r>
              <a:t>A “continuous document”</a:t>
            </a:r>
          </a:p>
          <a:p>
            <a:pPr lvl="1"/>
            <a:r>
              <a:t>Ability to share with peers &amp; annotate</a:t>
            </a:r>
          </a:p>
          <a:p>
            <a:pPr lvl="0"/>
            <a:r>
              <a:t>Box / Microsoft Office? HIPAA-compliant but cumbersome</a:t>
            </a:r>
          </a:p>
          <a:p>
            <a:pPr lvl="0"/>
            <a:r>
              <a:t>Canvas options?</a:t>
            </a:r>
          </a:p>
          <a:p>
            <a:pPr lvl="0"/>
            <a:r>
              <a:t>Google Docs? Not HIPAA-compliant</a:t>
            </a:r>
          </a:p>
          <a:p>
            <a:pPr lvl="1"/>
            <a:r>
              <a:rPr>
                <a:hlinkClick r:id="rId2"/>
              </a:rPr>
              <a:t>ERAM 590 - Google Docs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What Makes a Good Research Question? (and is </a:t>
            </a:r>
            <a:r>
              <a:rPr b="1" i="1"/>
              <a:t>that</a:t>
            </a:r>
            <a:r>
              <a:rPr b="1"/>
              <a:t> a “Good Research Question”?)</a:t>
            </a:r>
          </a:p>
          <a:p>
            <a:pPr lvl="0"/>
            <a:r>
              <a:t>Partly a question of </a:t>
            </a:r>
            <a:r>
              <a:rPr i="1"/>
              <a:t>feel</a:t>
            </a:r>
            <a:r>
              <a:t> - experienced researchers know a good question when they see it</a:t>
            </a:r>
          </a:p>
          <a:p>
            <a:pPr lvl="0"/>
            <a:r>
              <a:t>Sources:</a:t>
            </a:r>
          </a:p>
          <a:p>
            <a:pPr lvl="1"/>
            <a:r>
              <a:t>Informed by </a:t>
            </a:r>
            <a:r>
              <a:rPr i="1"/>
              <a:t>literature</a:t>
            </a:r>
            <a:r>
              <a:t>: what key problems are unsolved?</a:t>
            </a:r>
          </a:p>
          <a:p>
            <a:pPr lvl="1"/>
            <a:r>
              <a:t>Informed by </a:t>
            </a:r>
            <a:r>
              <a:rPr i="1"/>
              <a:t>events</a:t>
            </a:r>
            <a:r>
              <a:t>: what is happening and how do we explain it?</a:t>
            </a:r>
          </a:p>
          <a:p>
            <a:pPr lvl="1"/>
            <a:r>
              <a:t>Informed by </a:t>
            </a:r>
            <a:r>
              <a:rPr i="1"/>
              <a:t>circumstance</a:t>
            </a:r>
            <a:r>
              <a:t>: it annoys me no-one can answer this question - perhaps I can?</a:t>
            </a:r>
          </a:p>
          <a:p>
            <a:pPr lvl="1"/>
            <a:r>
              <a:t>Informed by </a:t>
            </a:r>
            <a:r>
              <a:rPr i="1"/>
              <a:t>disposition</a:t>
            </a:r>
            <a:r>
              <a:t>: I just love working on – or want to know more about – X.</a:t>
            </a:r>
          </a:p>
          <a:p>
            <a:pPr lvl="1"/>
            <a:r>
              <a:t>Informed by </a:t>
            </a:r>
            <a:r>
              <a:rPr i="1"/>
              <a:t>sociality</a:t>
            </a:r>
            <a:r>
              <a:t> (FOMO): All the cool kids work on X - should I be working on it too? Or should I </a:t>
            </a:r>
            <a:r>
              <a:rPr i="1"/>
              <a:t>not</a:t>
            </a:r>
            <a:r>
              <a:t> be working on it?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What Makes a Good Research Question? Relationship to literature</a:t>
            </a:r>
          </a:p>
          <a:p>
            <a:pPr lvl="0"/>
            <a:r>
              <a:t>Should I dream up a research question from thin air? Should I wait until I’ve done a systematic literature review?</a:t>
            </a:r>
          </a:p>
          <a:p>
            <a:pPr lvl="0"/>
            <a:r>
              <a:t>Think of the relationship between research question and literature review as </a:t>
            </a:r>
            <a:r>
              <a:rPr i="1"/>
              <a:t>dialectical</a:t>
            </a:r>
            <a:r>
              <a:t> (each directing the other):</a:t>
            </a:r>
          </a:p>
          <a:p>
            <a:pPr lvl="1"/>
            <a:r>
              <a:t>Think of a draft topic / question</a:t>
            </a:r>
          </a:p>
          <a:p>
            <a:pPr lvl="1"/>
            <a:r>
              <a:t>Search on the topic / question. Is it answered? Wholly or partly? Which parts remain?</a:t>
            </a:r>
          </a:p>
        </p:txBody>
      </p:sp>
      <p:pic>
        <p:nvPicPr>
          <p:cNvPr id="2" name="Picture 1" descr="images/pasted-image-2025-10-21T16-37-41-774Z-0f78d3c3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191000" y="203200"/>
            <a:ext cx="38735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Image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What Makes a Good Research Question? Practicalities</a:t>
            </a:r>
          </a:p>
          <a:p>
            <a:pPr lvl="0"/>
            <a:r>
              <a:t>Does the research question </a:t>
            </a:r>
            <a:r>
              <a:rPr i="1"/>
              <a:t>need an answer</a:t>
            </a:r>
            <a:r>
              <a:t>? Is it </a:t>
            </a:r>
            <a:r>
              <a:rPr i="1"/>
              <a:t>necessary</a:t>
            </a:r>
            <a:r>
              <a:t>? Or does it provoke a “so what?” response?</a:t>
            </a:r>
          </a:p>
          <a:p>
            <a:pPr lvl="0"/>
            <a:r>
              <a:t>Is it </a:t>
            </a:r>
            <a:r>
              <a:rPr i="1"/>
              <a:t>doable</a:t>
            </a:r>
            <a:r>
              <a:t> and </a:t>
            </a:r>
            <a:r>
              <a:rPr i="1"/>
              <a:t>feasible</a:t>
            </a:r>
            <a:r>
              <a:t>? Or would I need 100 years / 1 billion dollars / a vast research team to do it?</a:t>
            </a:r>
          </a:p>
          <a:p>
            <a:pPr lvl="0"/>
            <a:r>
              <a:t>Will I be able to answer this question with </a:t>
            </a:r>
            <a:r>
              <a:rPr i="1"/>
              <a:t>methods</a:t>
            </a:r>
            <a:r>
              <a:t> that I know and </a:t>
            </a:r>
            <a:r>
              <a:rPr i="1"/>
              <a:t>data</a:t>
            </a:r>
            <a:r>
              <a:t> that I can access?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What Makes a Good Research Question? Novelty</a:t>
            </a:r>
          </a:p>
          <a:p>
            <a:pPr lvl="0"/>
            <a:r>
              <a:t>Has this question been answered before?</a:t>
            </a:r>
          </a:p>
          <a:p>
            <a:pPr lvl="1"/>
            <a:r>
              <a:t>Not always obvious… Many different literatures, disciplines, traditions work on related problems.</a:t>
            </a:r>
          </a:p>
          <a:p>
            <a:pPr lvl="0"/>
            <a:r>
              <a:t>Is it </a:t>
            </a:r>
            <a:r>
              <a:rPr i="1"/>
              <a:t>novel</a:t>
            </a:r>
            <a:r>
              <a:t> for good reasons? No one needs an answer to it, or it is unanswerable through research (does God exist?)</a:t>
            </a:r>
          </a:p>
          <a:p>
            <a:pPr lvl="0"/>
            <a:r>
              <a:t>Is it likely to remain novel throughout my research? Think of AI: “No one has studied the impact of Gemini 3 / ChatGPT 6 on student learning” (because these systems aren’t released yet - but once they are, the studies will follow).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What Makes a Good Research Question? Consequences</a:t>
            </a:r>
          </a:p>
          <a:p>
            <a:pPr lvl="0"/>
            <a:r>
              <a:t>What happens when I know the results</a:t>
            </a:r>
          </a:p>
          <a:p>
            <a:pPr lvl="0"/>
            <a:r>
              <a:t>Is it </a:t>
            </a:r>
            <a:r>
              <a:rPr i="1"/>
              <a:t>doable</a:t>
            </a:r>
            <a:r>
              <a:t> and </a:t>
            </a:r>
            <a:r>
              <a:rPr i="1"/>
              <a:t>feasible</a:t>
            </a:r>
            <a:r>
              <a:t>? Or would I need 100 years / 1 billion dollars / a vast research team to do it?</a:t>
            </a:r>
          </a:p>
          <a:p>
            <a:pPr lvl="0"/>
            <a:r>
              <a:t>Will I be able to answer this question with </a:t>
            </a:r>
            <a:r>
              <a:rPr i="1"/>
              <a:t>methods</a:t>
            </a:r>
            <a:r>
              <a:t> that I know and </a:t>
            </a:r>
            <a:r>
              <a:rPr i="1"/>
              <a:t>data</a:t>
            </a:r>
            <a:r>
              <a:t> that I can access?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Class discussion</a:t>
            </a:r>
          </a:p>
          <a:p>
            <a:pPr lvl="0"/>
            <a:r>
              <a:t>We’ll all need a candidate research question / topic</a:t>
            </a:r>
          </a:p>
          <a:p>
            <a:pPr lvl="0"/>
            <a:r>
              <a:t>Doesn’t need to be your dissertation!</a:t>
            </a:r>
          </a:p>
          <a:p>
            <a:pPr lvl="0"/>
            <a:r>
              <a:t>Breakout groups: work on a pseudo-topic</a:t>
            </a:r>
          </a:p>
          <a:p>
            <a:pPr lvl="0"/>
            <a:r>
              <a:t>Document the topic!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Readings</a:t>
            </a:r>
          </a:p>
          <a:p>
            <a:pPr marL="0" lvl="0" indent="0">
              <a:buNone/>
            </a:pPr>
            <a:r>
              <a:t>Weber, M. (1946). Science as a Vocation. In Science and the Quest for Reality (pp. 382-394). London: Palgrave Macmillan UK.</a:t>
            </a:r>
          </a:p>
          <a:p>
            <a:pPr marL="0" lvl="0" indent="0">
              <a:buNone/>
            </a:pPr>
            <a:r>
              <a:t>libguides.umn.edu. n.d. “Characteristics of a Good Research Question - Literature Searching - Research Guides at University of Minnesota Minneapolis.” Libguides.umn.edu. [https://libguides.umn.edu/c.php?g=1337354&amp;p=9854773].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1599</Words>
  <Application>Microsoft Macintosh PowerPoint</Application>
  <PresentationFormat>On-screen Show (16:9)</PresentationFormat>
  <Paragraphs>135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ERAM 590 - AI and Academic Literature</vt:lpstr>
      <vt:lpstr>Lecture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Magee, Liam</cp:lastModifiedBy>
  <cp:revision>1</cp:revision>
  <dcterms:created xsi:type="dcterms:W3CDTF">2025-10-27T20:27:08Z</dcterms:created>
  <dcterms:modified xsi:type="dcterms:W3CDTF">2025-10-27T20:31:03Z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/>
  </property>
</Properties>
</file>