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Sample 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Content with proper margins</a:t>
            </a:r>
          </a:p>
          <a:p>
            <a:pPr lvl="0"/>
            <a:r>
              <a:rPr/>
              <a:t>Minimal elegant design</a:t>
            </a:r>
          </a:p>
          <a:p>
            <a:pPr lvl="0"/>
            <a:r>
              <a:rPr/>
              <a:t>Easy to read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content here with sufficient spacing.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2025-11-05T13:39:31Z</dcterms:created>
  <dcterms:modified xsi:type="dcterms:W3CDTF">2025-11-05T13:39:31Z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